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98" r:id="rId3"/>
    <p:sldId id="257" r:id="rId4"/>
    <p:sldId id="291" r:id="rId5"/>
    <p:sldId id="295" r:id="rId6"/>
    <p:sldId id="296" r:id="rId7"/>
    <p:sldId id="297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92" r:id="rId18"/>
    <p:sldId id="293" r:id="rId19"/>
    <p:sldId id="294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2" r:id="rId34"/>
    <p:sldId id="285" r:id="rId35"/>
    <p:sldId id="286" r:id="rId36"/>
    <p:sldId id="287" r:id="rId37"/>
    <p:sldId id="288" r:id="rId38"/>
    <p:sldId id="289" r:id="rId39"/>
    <p:sldId id="290" r:id="rId4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43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68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2353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F8219-5BD8-D34C-C9E2-6AE06B651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779D8A-BF01-C7D4-46D3-9596194552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5FAEC3-17FD-C5DC-8644-07D5EEADD9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1C5EA-5C91-4115-1345-428F2A7BF1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821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584ED-15A7-6384-C6E5-AD47DD08A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567AAC-C054-75D0-4C04-E3CF9D202B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419710-FE4F-094E-AED1-A7FF7416A6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9461D-D774-7DD5-8174-0306B7D63D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570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085CE-1085-E327-E09F-407829F50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90A8AD-EA16-D70A-849C-6447DEB7A3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F944C7-6463-8F8A-BD3E-59B69876BF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D5694-2C09-A8F6-9830-3C1C8B35A5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047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rive.google.com/drive/folders/1aKfVLSv3ag2XO3pXd386iVIzrwQ2R0wb?usp=sharing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rem-nomsod-landing.vercel.app/" TargetMode="External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facebook.com/premnomsod" TargetMode="Externa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smart-cricket-farm.vercel.app/" TargetMode="External"/><Relationship Id="rId4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206240" cy="4206240"/>
          </a:xfrm>
          <a:prstGeom prst="ellipse">
            <a:avLst/>
          </a:prstGeom>
          <a:solidFill>
            <a:srgbClr val="4F46E5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4297680"/>
            <a:ext cx="3474720" cy="3474720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097280" y="4846320"/>
            <a:ext cx="2926080" cy="2926080"/>
          </a:xfrm>
          <a:prstGeom prst="ellipse">
            <a:avLst/>
          </a:prstGeom>
          <a:solidFill>
            <a:srgbClr val="4F46E5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517904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FFAF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VIBE CODING WORKSHOP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2057400"/>
            <a:ext cx="8412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การสร้าง </a:t>
            </a:r>
            <a:r>
              <a:rPr lang="en-US" sz="4600" b="1" dirty="0">
                <a:solidFill>
                  <a:srgbClr val="06B6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Landing Page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และ 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06B6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Dashboard</a:t>
            </a:r>
            <a:r>
              <a:rPr lang="en-US" sz="4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ด้วย AI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640080" y="416052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F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สอนสร้างเว็บไซต์และแดชบอร์ดจริง ตั้งแต่สั่งงาน AI จนนำขึ้นออนไลน์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4983480"/>
            <a:ext cx="1239012" cy="384048"/>
          </a:xfrm>
          <a:prstGeom prst="roundRect">
            <a:avLst>
              <a:gd name="adj" fmla="val 50000"/>
            </a:avLst>
          </a:prstGeom>
          <a:solidFill>
            <a:srgbClr val="CFF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0080" y="4983480"/>
            <a:ext cx="12390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ร้านอาหาร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080260" y="4983480"/>
            <a:ext cx="1133856" cy="384048"/>
          </a:xfrm>
          <a:prstGeom prst="roundRect">
            <a:avLst>
              <a:gd name="adj" fmla="val 50000"/>
            </a:avLst>
          </a:prstGeom>
          <a:solidFill>
            <a:srgbClr val="CFF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080260" y="498348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งานวิจัย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415284" y="4983480"/>
            <a:ext cx="2080260" cy="384048"/>
          </a:xfrm>
          <a:prstGeom prst="roundRect">
            <a:avLst>
              <a:gd name="adj" fmla="val 50000"/>
            </a:avLst>
          </a:prstGeom>
          <a:solidFill>
            <a:srgbClr val="CFF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415284" y="4983480"/>
            <a:ext cx="2080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Dashboard เกษตรกร</a:t>
            </a:r>
            <a:endParaRPr lang="en-US" sz="11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5919056"/>
            <a:ext cx="219456" cy="219456"/>
          </a:xfrm>
          <a:prstGeom prst="rect">
            <a:avLst/>
          </a:prstGeom>
        </p:spPr>
      </p:pic>
      <p:sp>
        <p:nvSpPr>
          <p:cNvPr id="17" name="Text 13">
            <a:hlinkClick r:id="rId5"/>
          </p:cNvPr>
          <p:cNvSpPr/>
          <p:nvPr/>
        </p:nvSpPr>
        <p:spPr>
          <a:xfrm>
            <a:off x="3877056" y="5854679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u="sng" dirty="0">
                <a:solidFill>
                  <a:srgbClr val="A5B4FC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ไฟล์ประกอบการอบรม (Google Drive)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E490D5E-946C-E4AF-A7F7-1BC84C255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218" y="609599"/>
            <a:ext cx="10986134" cy="5579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112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554480"/>
            <a:ext cx="4389120" cy="4389120"/>
          </a:xfrm>
          <a:prstGeom prst="ellipse">
            <a:avLst/>
          </a:prstGeom>
          <a:solidFill>
            <a:srgbClr val="4F46E5">
              <a:alpha val="2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280160" y="4480560"/>
            <a:ext cx="3291840" cy="3291840"/>
          </a:xfrm>
          <a:prstGeom prst="ellipse">
            <a:avLst/>
          </a:prstGeom>
          <a:solidFill>
            <a:srgbClr val="06B6D4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06B6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625535" y="1371600"/>
            <a:ext cx="2926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FFFFFF">
                    <a:alpha val="12000"/>
                  </a:srgbClr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50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868680" cy="868680"/>
          </a:xfrm>
          <a:prstGeom prst="ellipse">
            <a:avLst/>
          </a:prstGeom>
          <a:solidFill>
            <a:srgbClr val="06B6D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935224"/>
            <a:ext cx="393192" cy="3931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74904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Landing Page ร้านอาหาร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640079" y="4892040"/>
            <a:ext cx="96429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C7D2F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สั่ง AI ออกแบบและสร้างหน้าเว็บร้านอาหาร ตั้งแต่วางแผนจนได้หน้าเว็บจริง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5989320"/>
            <a:ext cx="182880" cy="18288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1" name="Shape 8"/>
          <p:cNvSpPr/>
          <p:nvPr/>
        </p:nvSpPr>
        <p:spPr>
          <a:xfrm>
            <a:off x="950976" y="598932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2" name="Shape 9"/>
          <p:cNvSpPr/>
          <p:nvPr/>
        </p:nvSpPr>
        <p:spPr>
          <a:xfrm>
            <a:off x="1261872" y="598932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3" name="Shape 10"/>
          <p:cNvSpPr/>
          <p:nvPr/>
        </p:nvSpPr>
        <p:spPr>
          <a:xfrm>
            <a:off x="1572768" y="598932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01CD4-A29E-1831-C3FC-2904149A5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0088BA5-EBF4-E557-3E04-54F930B1BB2B}"/>
              </a:ext>
            </a:extLst>
          </p:cNvPr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59044BC-18F9-1849-1664-D03DAFC3C3D5}"/>
              </a:ext>
            </a:extLst>
          </p:cNvPr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AB2AC8A-2619-45E5-6357-A7DB733B0F2E}"/>
              </a:ext>
            </a:extLst>
          </p:cNvPr>
          <p:cNvSpPr/>
          <p:nvPr/>
        </p:nvSpPr>
        <p:spPr>
          <a:xfrm>
            <a:off x="1463040" y="457200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ข้อมูลที่นำมาใช้</a:t>
            </a:r>
            <a:endParaRPr lang="en-US" sz="25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0638DC0-F939-0227-31F7-0DD4BAB19AA9}"/>
              </a:ext>
            </a:extLst>
          </p:cNvPr>
          <p:cNvSpPr/>
          <p:nvPr/>
        </p:nvSpPr>
        <p:spPr>
          <a:xfrm>
            <a:off x="877824" y="1507958"/>
            <a:ext cx="10223313" cy="3914274"/>
          </a:xfrm>
          <a:prstGeom prst="roundRect">
            <a:avLst>
              <a:gd name="adj" fmla="val 31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1B4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627E7F38-8B74-EA6A-AEF2-366245C68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0"/>
            <a:ext cx="237744" cy="237744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68F80B0B-4075-030A-EB74-ADDAA09D10A0}"/>
              </a:ext>
            </a:extLst>
          </p:cNvPr>
          <p:cNvSpPr/>
          <p:nvPr/>
        </p:nvSpPr>
        <p:spPr>
          <a:xfrm>
            <a:off x="969264" y="587044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เตรียมไฟล์ข้อมูลงานวิจัยไว้ในโฟลเดอร์ให้ AI เข้าถึง</a:t>
            </a:r>
            <a:endParaRPr lang="en-US" sz="13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05AA7FAD-5432-604D-47B8-21A52AB91616}"/>
              </a:ext>
            </a:extLst>
          </p:cNvPr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Vibe Coding  ·  Landing Page &amp; Dashboard</a:t>
            </a:r>
            <a:endParaRPr lang="en-US" sz="9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04E53F32-255E-AEE2-3775-69A11E55D112}"/>
              </a:ext>
            </a:extLst>
          </p:cNvPr>
          <p:cNvSpPr/>
          <p:nvPr/>
        </p:nvSpPr>
        <p:spPr>
          <a:xfrm>
            <a:off x="1045433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19 / 35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CB052FE-A6E0-8D7F-CCA3-8A3B1A7976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1" r="10407" b="23344"/>
          <a:stretch>
            <a:fillRect/>
          </a:stretch>
        </p:blipFill>
        <p:spPr>
          <a:xfrm>
            <a:off x="1207008" y="1760604"/>
            <a:ext cx="9476256" cy="3460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209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27A14-F43B-CDB1-E2F6-3AA6CD0B4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C184427-21FE-E9C7-E133-DFB6EB3DB73C}"/>
              </a:ext>
            </a:extLst>
          </p:cNvPr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97D01BF-B8DD-A0FF-1197-40B6ACC7AA68}"/>
              </a:ext>
            </a:extLst>
          </p:cNvPr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1628962-290C-D871-2AF8-AE2231F7DA75}"/>
              </a:ext>
            </a:extLst>
          </p:cNvPr>
          <p:cNvSpPr/>
          <p:nvPr/>
        </p:nvSpPr>
        <p:spPr>
          <a:xfrm>
            <a:off x="1463040" y="457200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สั่ง AI สร้าง Dashboard จากข้อมูล</a:t>
            </a:r>
            <a:endParaRPr lang="en-US" sz="25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C4ECEAB-E566-4DCF-C7AA-5650CE656204}"/>
              </a:ext>
            </a:extLst>
          </p:cNvPr>
          <p:cNvSpPr/>
          <p:nvPr/>
        </p:nvSpPr>
        <p:spPr>
          <a:xfrm>
            <a:off x="640080" y="1828800"/>
            <a:ext cx="10911535" cy="3840480"/>
          </a:xfrm>
          <a:prstGeom prst="roundRect">
            <a:avLst>
              <a:gd name="adj" fmla="val 2857"/>
            </a:avLst>
          </a:prstGeom>
          <a:solidFill>
            <a:srgbClr val="1E1B4B"/>
          </a:solidFill>
          <a:ln/>
          <a:effectLst>
            <a:outerShdw blurRad="114300" dist="38100" dir="5400000" algn="bl" rotWithShape="0">
              <a:srgbClr val="1E1B4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1A769A9-E862-76AD-631A-D6BF826C9B7A}"/>
              </a:ext>
            </a:extLst>
          </p:cNvPr>
          <p:cNvSpPr/>
          <p:nvPr/>
        </p:nvSpPr>
        <p:spPr>
          <a:xfrm>
            <a:off x="1143000" y="2331720"/>
            <a:ext cx="777240" cy="7772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599CAB28-5C8D-DE27-548D-53E8707C1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2542032"/>
            <a:ext cx="356616" cy="356616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6311F5BA-BCAE-15E5-86AC-DD277541CACA}"/>
              </a:ext>
            </a:extLst>
          </p:cNvPr>
          <p:cNvSpPr/>
          <p:nvPr/>
        </p:nvSpPr>
        <p:spPr>
          <a:xfrm>
            <a:off x="2103120" y="2395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6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PROMPT</a:t>
            </a:r>
            <a:endParaRPr lang="en-US" sz="12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A5F790F-594C-ADBD-088B-44EA466E177C}"/>
              </a:ext>
            </a:extLst>
          </p:cNvPr>
          <p:cNvSpPr/>
          <p:nvPr/>
        </p:nvSpPr>
        <p:spPr>
          <a:xfrm>
            <a:off x="1143000" y="3383280"/>
            <a:ext cx="97685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th-TH" sz="19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</a:t>
            </a:r>
            <a:r>
              <a:rPr lang="en-US" sz="19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Antigravity 2.0 </a:t>
            </a:r>
            <a:r>
              <a:rPr lang="th-TH" sz="19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</a:t>
            </a:r>
            <a:r>
              <a:rPr lang="en-US" sz="19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Landing Page </a:t>
            </a:r>
            <a:r>
              <a:rPr lang="th-TH" sz="19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ร้านนมชื่อ "เปรมนมสด" โดยมีรูปภาพบรรยากาศร้าน เมนู และโลโก้ อยู่ใน </a:t>
            </a:r>
            <a:r>
              <a:rPr lang="en-US" sz="19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folder </a:t>
            </a:r>
            <a:r>
              <a:rPr lang="th-TH" sz="19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ให้แล้ว คุณช่วยเขียน </a:t>
            </a:r>
            <a:r>
              <a:rPr lang="en-US" sz="19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prompt </a:t>
            </a:r>
            <a:r>
              <a:rPr lang="th-TH" sz="19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ให้เราที ขอเป็นภาษาไทย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th-TH" sz="19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หากมีข้อสงสัยที่จะทำให้ </a:t>
            </a:r>
            <a:r>
              <a:rPr lang="en-US" sz="19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prompt </a:t>
            </a:r>
            <a:r>
              <a:rPr lang="th-TH" sz="19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สมบูรณ์ขึ้น ให้ ถามเราก่อน โดยทำเป็น</a:t>
            </a:r>
            <a:r>
              <a:rPr lang="th-TH" sz="1900" dirty="0" err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ช๊อย</a:t>
            </a:r>
            <a:r>
              <a:rPr lang="th-TH" sz="19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ให้เราเลือกเลย</a:t>
            </a:r>
            <a:endParaRPr lang="en-US" sz="190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A3A0CCD4-9EC6-111F-549D-A87C1599ED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833872"/>
            <a:ext cx="256032" cy="256032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FADF59B1-A05E-2493-9598-1551C9E101B3}"/>
              </a:ext>
            </a:extLst>
          </p:cNvPr>
          <p:cNvSpPr/>
          <p:nvPr/>
        </p:nvSpPr>
        <p:spPr>
          <a:xfrm>
            <a:off x="987552" y="5779008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เทคนิค: ให้ AI ร่างแผนและขออนุมัติก่อนลงมือ ช่วยให้ควบคุมทิศทางงานได้</a:t>
            </a:r>
            <a:endParaRPr lang="en-US" sz="13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802488D-C534-1707-FCBA-5AB578F6AB28}"/>
              </a:ext>
            </a:extLst>
          </p:cNvPr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Vibe Coding  ·  Landing Page &amp; Dashboard</a:t>
            </a:r>
            <a:endParaRPr lang="en-US" sz="9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54402E2A-6F88-8F9A-8B94-25799E805049}"/>
              </a:ext>
            </a:extLst>
          </p:cNvPr>
          <p:cNvSpPr/>
          <p:nvPr/>
        </p:nvSpPr>
        <p:spPr>
          <a:xfrm>
            <a:off x="1045433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26 / 35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353153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47EC97-DD91-C074-B824-923FCCBCB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314" y="268941"/>
            <a:ext cx="9504980" cy="631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386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76500-D812-36B7-B449-1B26BAC35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52632A7-7845-9642-5ECB-328E305BA238}"/>
              </a:ext>
            </a:extLst>
          </p:cNvPr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D6A1F8F-CA30-669B-5FBB-2069007FA028}"/>
              </a:ext>
            </a:extLst>
          </p:cNvPr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A33CEA3-1CBD-4246-6361-9F1BACFCE46B}"/>
              </a:ext>
            </a:extLst>
          </p:cNvPr>
          <p:cNvSpPr/>
          <p:nvPr/>
        </p:nvSpPr>
        <p:spPr>
          <a:xfrm>
            <a:off x="1463040" y="457200"/>
            <a:ext cx="10088575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**</a:t>
            </a:r>
            <a:r>
              <a:rPr lang="th-TH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ก่อนวาง </a:t>
            </a:r>
            <a:r>
              <a:rPr lang="en-US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prompt**</a:t>
            </a:r>
          </a:p>
          <a:p>
            <a:pPr marL="0" indent="0" algn="l">
              <a:buNone/>
            </a:pPr>
            <a:r>
              <a:rPr lang="th-TH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 </a:t>
            </a:r>
            <a:r>
              <a:rPr lang="en-US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</a:t>
            </a:r>
            <a:r>
              <a:rPr lang="th-TH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เขียนแผนการทำงาน (</a:t>
            </a:r>
            <a:r>
              <a:rPr lang="en-US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Implementation Plan)</a:t>
            </a:r>
          </a:p>
          <a:p>
            <a:pPr marL="0" indent="0" algn="l">
              <a:buNone/>
            </a:pPr>
            <a:endParaRPr lang="en-US" sz="25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3D6055D-445F-CE95-C8BF-4D5DBB9C2CD1}"/>
              </a:ext>
            </a:extLst>
          </p:cNvPr>
          <p:cNvSpPr/>
          <p:nvPr/>
        </p:nvSpPr>
        <p:spPr>
          <a:xfrm>
            <a:off x="640080" y="1828800"/>
            <a:ext cx="10911535" cy="3840480"/>
          </a:xfrm>
          <a:prstGeom prst="roundRect">
            <a:avLst>
              <a:gd name="adj" fmla="val 2857"/>
            </a:avLst>
          </a:prstGeom>
          <a:solidFill>
            <a:srgbClr val="1E1B4B"/>
          </a:solidFill>
          <a:ln/>
          <a:effectLst>
            <a:outerShdw blurRad="114300" dist="38100" dir="5400000" algn="bl" rotWithShape="0">
              <a:srgbClr val="1E1B4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871233B-3329-09EF-A83D-1F4A68285FAD}"/>
              </a:ext>
            </a:extLst>
          </p:cNvPr>
          <p:cNvSpPr/>
          <p:nvPr/>
        </p:nvSpPr>
        <p:spPr>
          <a:xfrm>
            <a:off x="1143000" y="2331720"/>
            <a:ext cx="777240" cy="7772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E744BE3C-092A-C656-AD94-D9D856393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2542032"/>
            <a:ext cx="356616" cy="356616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7FCC184C-F9AA-5CEF-8CD2-79B1C4F9743B}"/>
              </a:ext>
            </a:extLst>
          </p:cNvPr>
          <p:cNvSpPr/>
          <p:nvPr/>
        </p:nvSpPr>
        <p:spPr>
          <a:xfrm>
            <a:off x="2103120" y="2395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6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PROMPT</a:t>
            </a:r>
            <a:endParaRPr lang="en-US" sz="12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D07457E-DA7C-A7AE-F76F-955CBB826D5F}"/>
              </a:ext>
            </a:extLst>
          </p:cNvPr>
          <p:cNvSpPr/>
          <p:nvPr/>
        </p:nvSpPr>
        <p:spPr>
          <a:xfrm>
            <a:off x="1143000" y="3383280"/>
            <a:ext cx="97685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th-TH" sz="40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เขียนแผนการทำงาน (</a:t>
            </a:r>
            <a:r>
              <a:rPr lang="en-US" sz="40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Implementation Plan) </a:t>
            </a:r>
            <a:r>
              <a:rPr lang="th-TH" sz="40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ส่งให้ผมดูและอนุมัติก่อนลงมือทำ</a:t>
            </a:r>
            <a:endParaRPr lang="en-US" sz="400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7BC07048-DCF0-ECBF-D03F-8DF47B3088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833872"/>
            <a:ext cx="256032" cy="256032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A53D1FAD-7D25-4484-F359-BEC06D259458}"/>
              </a:ext>
            </a:extLst>
          </p:cNvPr>
          <p:cNvSpPr/>
          <p:nvPr/>
        </p:nvSpPr>
        <p:spPr>
          <a:xfrm>
            <a:off x="987552" y="5779008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เทคนิค: ให้ AI ร่างแผนและขออนุมัติก่อนลงมือ ช่วยให้ควบคุมทิศทางงานได้</a:t>
            </a:r>
            <a:endParaRPr lang="en-US" sz="13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28FCCB07-1308-6E99-B4AE-428EEEA75593}"/>
              </a:ext>
            </a:extLst>
          </p:cNvPr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Vibe Coding  ·  Landing Page &amp; Dashboard</a:t>
            </a:r>
            <a:endParaRPr lang="en-US" sz="9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D8C7A59-3353-D06E-0A9A-89D69B13023F}"/>
              </a:ext>
            </a:extLst>
          </p:cNvPr>
          <p:cNvSpPr/>
          <p:nvPr/>
        </p:nvSpPr>
        <p:spPr>
          <a:xfrm>
            <a:off x="1045433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26 / 35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45643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457200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เสนอแผนการทำงาน (Implementation Plan)</a:t>
            </a:r>
            <a:endParaRPr lang="en-US" sz="2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9264" y="587044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ดูภาพรวมงานที่จะทำทั้งหมดก่อนกดอนุมัติ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Vibe Coding  ·  Landing Page &amp; Dashboard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45433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/ 35</a:t>
            </a:r>
            <a:endParaRPr lang="en-US" sz="900" dirty="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63C30C32-5C0F-AD7F-F48F-6CB4F4EF0EAF}"/>
              </a:ext>
            </a:extLst>
          </p:cNvPr>
          <p:cNvSpPr/>
          <p:nvPr/>
        </p:nvSpPr>
        <p:spPr>
          <a:xfrm>
            <a:off x="2039814" y="1001416"/>
            <a:ext cx="8088923" cy="4823311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1B4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37DBDC5-E5ED-732C-9E43-FAD3B9A16F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1147720"/>
            <a:ext cx="7772400" cy="45625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457200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รายละเอียดการเปลี่ยนแปลง (Proposed Changes)</a:t>
            </a:r>
            <a:endParaRPr lang="en-US" sz="2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9264" y="587044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สรุปสิ่งที่จะปรับ พร้อมเหตุผลของแต่ละจุด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Vibe Coding  ·  Landing Page &amp; Dashboard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45433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/ 35</a:t>
            </a:r>
            <a:endParaRPr lang="en-US" sz="900" dirty="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7C30063A-EC60-C581-34F8-9584196DCE30}"/>
              </a:ext>
            </a:extLst>
          </p:cNvPr>
          <p:cNvSpPr/>
          <p:nvPr/>
        </p:nvSpPr>
        <p:spPr>
          <a:xfrm>
            <a:off x="2430700" y="1371600"/>
            <a:ext cx="7330600" cy="4389120"/>
          </a:xfrm>
          <a:prstGeom prst="roundRect">
            <a:avLst>
              <a:gd name="adj" fmla="val 14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1B4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/home/claude/build/img/image2.png">
            <a:extLst>
              <a:ext uri="{FF2B5EF4-FFF2-40B4-BE49-F238E27FC236}">
                <a16:creationId xmlns:a16="http://schemas.microsoft.com/office/drawing/2014/main" id="{3AD16977-BA10-213B-DD00-1571742466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7004" y="1517904"/>
            <a:ext cx="7037992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457200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แผนการทดสอบ (Verification Plan)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207423" y="2608592"/>
            <a:ext cx="9776850" cy="2280896"/>
          </a:xfrm>
          <a:prstGeom prst="roundRect">
            <a:avLst>
              <a:gd name="adj" fmla="val 2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1B4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build/img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727" y="2754896"/>
            <a:ext cx="9484242" cy="1988288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94360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9264" y="587044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กำหนดวิธีตรวจสอบผลลัพธ์ให้ตรงตามที่ต้องการ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Vibe Coding  ·  Landing Page &amp; Dashboard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45433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 / 35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457200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ผลลัพธ์: หน้าเว็บร้านอาหาร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224590" y="1216152"/>
            <a:ext cx="11678652" cy="4727448"/>
          </a:xfrm>
          <a:prstGeom prst="roundRect">
            <a:avLst>
              <a:gd name="adj" fmla="val 18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1B4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build/img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33" y="1495044"/>
            <a:ext cx="3236859" cy="409651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94360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9264" y="587044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เว็บ Landing Page พร้อมใช้งานจากคำสั่งเพียงไม่กี่บรรทัด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Vibe Coding  ·  Landing Page &amp; Dashboard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45433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/ 35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3822E5-CCAB-77CD-CC90-C3D4D2201B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1638" y="1498952"/>
            <a:ext cx="3388530" cy="4270912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E35965B1-FDBF-6229-CA58-45AEB51E1F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8960" y="4114310"/>
            <a:ext cx="3951380" cy="22864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C0800C9-31EE-A1FC-32BA-37A32F6959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2451" y="638307"/>
            <a:ext cx="3821999" cy="35757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554480"/>
            <a:ext cx="4389120" cy="4389120"/>
          </a:xfrm>
          <a:prstGeom prst="ellipse">
            <a:avLst/>
          </a:prstGeom>
          <a:solidFill>
            <a:srgbClr val="4F46E5">
              <a:alpha val="2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280160" y="4480560"/>
            <a:ext cx="3291840" cy="3291840"/>
          </a:xfrm>
          <a:prstGeom prst="ellipse">
            <a:avLst/>
          </a:prstGeom>
          <a:solidFill>
            <a:srgbClr val="06B6D4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6B6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25535" y="1371600"/>
            <a:ext cx="2926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FFFFFF">
                    <a:alpha val="12000"/>
                  </a:srgbClr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50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868680" cy="868680"/>
          </a:xfrm>
          <a:prstGeom prst="ellipse">
            <a:avLst/>
          </a:prstGeom>
          <a:solidFill>
            <a:srgbClr val="06B6D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935224"/>
            <a:ext cx="393192" cy="3931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74904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นำเว็บขึ้นออนไลน์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640080" y="48920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C7D2F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ผลักดันโค้ดขึ้น GitHub แล้ว Deploy ให้ใช้งานจริงผ่าน Vercel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598932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50976" y="5989320"/>
            <a:ext cx="182880" cy="18288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261872" y="598932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572768" y="598932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457200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 err="1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อัปโหลดโค้ดขึ้น</a:t>
            </a:r>
            <a:r>
              <a:rPr lang="en-US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GitHub</a:t>
            </a:r>
            <a:r>
              <a:rPr lang="th-TH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r>
              <a:rPr lang="en-US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</a:t>
            </a:r>
            <a:r>
              <a:rPr lang="en-US" sz="2500" b="1" dirty="0" err="1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เราจะอัพขึ้น</a:t>
            </a:r>
            <a:r>
              <a:rPr lang="en-US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r>
              <a:rPr lang="en-US" sz="2500" b="1" dirty="0" err="1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github</a:t>
            </a:r>
            <a:r>
              <a:rPr lang="en-US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r>
              <a:rPr lang="en-US" sz="2500" b="1" dirty="0" err="1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ต้องทำยังไง</a:t>
            </a:r>
            <a:r>
              <a:rPr lang="en-US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)</a:t>
            </a:r>
          </a:p>
        </p:txBody>
      </p:sp>
      <p:sp>
        <p:nvSpPr>
          <p:cNvPr id="5" name="Shape 3"/>
          <p:cNvSpPr/>
          <p:nvPr/>
        </p:nvSpPr>
        <p:spPr>
          <a:xfrm>
            <a:off x="2424638" y="1554480"/>
            <a:ext cx="7342419" cy="4389120"/>
          </a:xfrm>
          <a:prstGeom prst="roundRect">
            <a:avLst>
              <a:gd name="adj" fmla="val 14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1B4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build/img/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0942" y="1700784"/>
            <a:ext cx="7049811" cy="409651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94360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9264" y="587044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เริ่มจากสร้างที่เก็บโค้ด (Repository) บน GitHub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Vibe Coding  ·  Landing Page &amp; Dashboard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45433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/ 35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761D71-7F3F-0DFE-E091-AC9B94016A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0942" y="4236344"/>
            <a:ext cx="6873683" cy="144864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457200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Repository ใหม่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303457" y="1554480"/>
            <a:ext cx="3584782" cy="438912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1B4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build/img/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761" y="1700784"/>
            <a:ext cx="3292174" cy="409651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94360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9264" y="587044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 New เพื่อสร้างที่เก็บโค้ดของโปรเจกต์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Vibe Coding  ·  Landing Page &amp; Dashboard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45433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 / 35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457200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ตั้งค่า Repository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868455" y="1554480"/>
            <a:ext cx="4454785" cy="4389120"/>
          </a:xfrm>
          <a:prstGeom prst="roundRect">
            <a:avLst>
              <a:gd name="adj" fmla="val 14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1B4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build/img/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759" y="1700784"/>
            <a:ext cx="4162177" cy="409651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94360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9264" y="587044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ตั้งชื่อและกำหนดค่าพื้นฐาน แล้วกด Create repository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Vibe Coding  ·  Landing Page &amp; Dashboard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45433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 / 35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457200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เชื่อมต่อโปรเจกต์กับ GitHub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2657702"/>
            <a:ext cx="10911535" cy="2182675"/>
          </a:xfrm>
          <a:prstGeom prst="roundRect">
            <a:avLst>
              <a:gd name="adj" fmla="val 29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1B4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build/img/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804006"/>
            <a:ext cx="10618927" cy="1890067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94360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9264" y="587044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ทำตามคำสั่ง Quick setup เพื่อเชื่อมโค้ดในเครื่องเข้ากับ GitHub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Vibe Coding  ·  Landing Page &amp; Dashboard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45433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 / 35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B6F23C-9BEF-F0AD-272A-C31E69611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541" y="992420"/>
            <a:ext cx="10813141" cy="5049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8209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AC916E-C65A-E2CA-2888-5C4BFDC9C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753" y="412375"/>
            <a:ext cx="11221278" cy="534296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92D4128-BA52-CB54-436A-713F022FA1E8}"/>
              </a:ext>
            </a:extLst>
          </p:cNvPr>
          <p:cNvSpPr/>
          <p:nvPr/>
        </p:nvSpPr>
        <p:spPr>
          <a:xfrm>
            <a:off x="645459" y="2581835"/>
            <a:ext cx="3048000" cy="5199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615F2F-1BA6-9E36-F572-DA3AC63B846C}"/>
              </a:ext>
            </a:extLst>
          </p:cNvPr>
          <p:cNvSpPr/>
          <p:nvPr/>
        </p:nvSpPr>
        <p:spPr>
          <a:xfrm>
            <a:off x="5695534" y="4963868"/>
            <a:ext cx="3310679" cy="7914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8116886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D5A4D7-1154-202B-8B6C-A18780F54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551" y="5983780"/>
            <a:ext cx="3365500" cy="838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5DC1968-9E2B-07B0-98F8-6F0D5FAD1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551" y="447040"/>
            <a:ext cx="7772400" cy="535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4201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457200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พุชโค้ดขึ้น GitHub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222649" y="1554480"/>
            <a:ext cx="5746398" cy="4389120"/>
          </a:xfrm>
          <a:prstGeom prst="roundRect">
            <a:avLst>
              <a:gd name="adj" fmla="val 14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1B4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build/img/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953" y="1700784"/>
            <a:ext cx="5453790" cy="409651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94360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9264" y="587044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ส่งโค้ดทั้งหมดขึ้นไปเก็บบน repository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Vibe Coding  ·  Landing Page &amp; Dashboard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45433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 / 35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457200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นำเว็บขึ้นออนไลน์ด้วย Vercel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730600" y="1554480"/>
            <a:ext cx="4730496" cy="4389120"/>
          </a:xfrm>
          <a:prstGeom prst="roundRect">
            <a:avLst>
              <a:gd name="adj" fmla="val 14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1B4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build/img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6904" y="1700784"/>
            <a:ext cx="4437888" cy="409651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94360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9264" y="587044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เลือกแผนการใช้งานบน Vercel เพื่อเริ่ม deploy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Vibe Coding  ·  Landing Page &amp; Dashboard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45433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 / 35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457200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เชื่อมต่อบัญชี GitHub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701051" y="1554480"/>
            <a:ext cx="4789594" cy="4389120"/>
          </a:xfrm>
          <a:prstGeom prst="roundRect">
            <a:avLst>
              <a:gd name="adj" fmla="val 14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1B4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build/img/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7355" y="1700784"/>
            <a:ext cx="4496986" cy="409651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94360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9264" y="587044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อนุญาตให้ Vercel เข้าถึง repository ของเรา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Vibe Coding  ·  Landing Page &amp; Dashboard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45433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 / 35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457200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Project ใหม่บน Vercel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993153" y="1555969"/>
            <a:ext cx="4205389" cy="4386143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1B4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build/img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457" y="1702273"/>
            <a:ext cx="3912781" cy="409353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94360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9264" y="587044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 Add New → Project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Vibe Coding  ·  Landing Page &amp; Dashboard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45433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 / 35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457200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Import Repository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425430" y="1554480"/>
            <a:ext cx="5340835" cy="4389120"/>
          </a:xfrm>
          <a:prstGeom prst="roundRect">
            <a:avLst>
              <a:gd name="adj" fmla="val 14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1B4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build/img/image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734" y="1700784"/>
            <a:ext cx="5048227" cy="409651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94360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9264" y="587044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 repository ที่ต้องการนำมา deploy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Vibe Coding  ·  Landing Page &amp; Dashboard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45433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 / 35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457200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ตั้งค่าและกด Deploy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865832" y="1554480"/>
            <a:ext cx="4460032" cy="4389120"/>
          </a:xfrm>
          <a:prstGeom prst="roundRect">
            <a:avLst>
              <a:gd name="adj" fmla="val 14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1B4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build/img/image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2136" y="1700784"/>
            <a:ext cx="4167424" cy="409651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94360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9264" y="587044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ตรวจค่าตั้งต้น แล้วกด Deploy ได้ทันที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Vibe Coding  ·  Landing Page &amp; Dashboard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45433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 / 35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457200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เว็บออนไลน์เรียบร้อย!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873608" y="1554480"/>
            <a:ext cx="4444478" cy="4389120"/>
          </a:xfrm>
          <a:prstGeom prst="roundRect">
            <a:avLst>
              <a:gd name="adj" fmla="val 14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1B4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build/img/image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9912" y="1700784"/>
            <a:ext cx="4151870" cy="409651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94360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9264" y="587044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prem-nomsod-landing.vercel.app — เปิดดูได้จากทุกที่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Vibe Coding  ·  Landing Page &amp; Dashboard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45433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16 / 35</a:t>
            </a:r>
            <a:endParaRPr lang="en-US" sz="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1F589C-4DF1-44DB-E41A-B31672D0EC3C}"/>
              </a:ext>
            </a:extLst>
          </p:cNvPr>
          <p:cNvSpPr txBox="1"/>
          <p:nvPr/>
        </p:nvSpPr>
        <p:spPr>
          <a:xfrm>
            <a:off x="4019912" y="109214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5"/>
              </a:rPr>
              <a:t>https://prem-nomsod-landing.vercel.app/</a:t>
            </a:r>
            <a:endParaRPr lang="en-US" dirty="0">
              <a:solidFill>
                <a:srgbClr val="64748B"/>
              </a:solidFill>
              <a:latin typeface="Tahoma" pitchFamily="34" charset="0"/>
              <a:ea typeface="Tahoma" pitchFamily="34" charset="-122"/>
              <a:cs typeface="Tahoma" pitchFamily="34" charset="-12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457200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แก้ไขเว็บด้วยคำสั่ง AI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724241"/>
            <a:ext cx="5852160" cy="4278199"/>
          </a:xfrm>
          <a:prstGeom prst="roundRect">
            <a:avLst>
              <a:gd name="adj" fmla="val 14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1B4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build/img/imag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870545"/>
            <a:ext cx="5559552" cy="39855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0" y="1691640"/>
            <a:ext cx="4693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พิมพ์สั่งแก้ไขเป็นภาษาคน แล้ว AI จัดการให้ครบทั้งระบบ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58000" y="2514600"/>
            <a:ext cx="457200" cy="45720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872" y="263347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0" y="2478024"/>
            <a:ext cx="4053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สั่งแก้ข้อมูลบนหน้าเว็บ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7498080" y="2807208"/>
            <a:ext cx="4053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เช่น เปลี่ยนเบอร์โทรเป็น 0853373537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858000" y="3410712"/>
            <a:ext cx="457200" cy="45720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6872" y="3529584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98080" y="3374136"/>
            <a:ext cx="4053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แก้โค้ดให้อัตโนมัติ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7498080" y="3703320"/>
            <a:ext cx="4053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ปรับไฟล์ที่เกี่ยวข้องให้ทันที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858000" y="4306824"/>
            <a:ext cx="457200" cy="45720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6872" y="4425696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98080" y="4270248"/>
            <a:ext cx="4053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พุชขึ้น GitHub ให้เลย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7498080" y="4599432"/>
            <a:ext cx="4053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บันทึกการเปลี่ยนแปลงเข้า repository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858000" y="5202936"/>
            <a:ext cx="457200" cy="45720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6872" y="5321808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498080" y="5166360"/>
            <a:ext cx="4053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Vercel อัปเดตหน้าเว็บตาม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7498080" y="5495544"/>
            <a:ext cx="4053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เว็บออนไลน์เปลี่ยนทันทีโดยไม่ต้องทำเอง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Vibe Coding  ·  Landing Page &amp; Dashboard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045433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17 / 35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457200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ลองทำเอง: ปรับลิงก์ปุ่ม Facebook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11535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1B4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" y="2468880"/>
            <a:ext cx="914400" cy="914400"/>
          </a:xfrm>
          <a:prstGeom prst="ellipse">
            <a:avLst/>
          </a:prstGeom>
          <a:solidFill>
            <a:srgbClr val="4F46E5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7432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31720" y="2423160"/>
            <a:ext cx="8716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โจทย์ฝึกสั่งงาน AI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331720" y="2944368"/>
            <a:ext cx="8534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ลองพิมพ์คำสั่งให้ AI ปรับปุ่ม Facebook ให้ลิงก์ไปยังเพจที่ต้องการ แล้วสังเกตว่าระบบแก้โค้ดและอัปเดตเว็บให้เองอย่างไร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188720" y="4251960"/>
            <a:ext cx="9814255" cy="777240"/>
          </a:xfrm>
          <a:prstGeom prst="roundRect">
            <a:avLst>
              <a:gd name="adj" fmla="val 11765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452628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74520" y="43159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ลิงก์ปลายทางของปุ่ม</a:t>
            </a:r>
            <a:endParaRPr lang="en-US" sz="1050" dirty="0"/>
          </a:p>
        </p:txBody>
      </p:sp>
      <p:sp>
        <p:nvSpPr>
          <p:cNvPr id="13" name="Text 9">
            <a:hlinkClick r:id="rId5"/>
          </p:cNvPr>
          <p:cNvSpPr/>
          <p:nvPr/>
        </p:nvSpPr>
        <p:spPr>
          <a:xfrm>
            <a:off x="1874520" y="4572000"/>
            <a:ext cx="8716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0E749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https://www.facebook.com/premnomsod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Vibe Coding  ·  Landing Page &amp; Dashboard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45433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18 / 35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554480"/>
            <a:ext cx="4389120" cy="4389120"/>
          </a:xfrm>
          <a:prstGeom prst="ellipse">
            <a:avLst/>
          </a:prstGeom>
          <a:solidFill>
            <a:srgbClr val="4F46E5">
              <a:alpha val="2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280160" y="4480560"/>
            <a:ext cx="3291840" cy="3291840"/>
          </a:xfrm>
          <a:prstGeom prst="ellipse">
            <a:avLst/>
          </a:prstGeom>
          <a:solidFill>
            <a:srgbClr val="06B6D4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6B6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25535" y="1371600"/>
            <a:ext cx="2926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FFFFFF">
                    <a:alpha val="12000"/>
                  </a:srgbClr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50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868680" cy="868680"/>
          </a:xfrm>
          <a:prstGeom prst="ellipse">
            <a:avLst/>
          </a:prstGeom>
          <a:solidFill>
            <a:srgbClr val="06B6D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935224"/>
            <a:ext cx="393192" cy="3931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74904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Landing Page งานวิจัย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40080" y="48920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7D2F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ประยุกต์วิธีเดิมกับการนำเสนองานวิจัย Smart Cricket Farm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598932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50976" y="598932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261872" y="5989320"/>
            <a:ext cx="182880" cy="18288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572768" y="598932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457200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ข้อมูลที่นำมาใช้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604211" y="1507958"/>
            <a:ext cx="7972926" cy="3384884"/>
          </a:xfrm>
          <a:prstGeom prst="roundRect">
            <a:avLst>
              <a:gd name="adj" fmla="val 31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1B4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build/img/image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168" y="1397474"/>
            <a:ext cx="7259428" cy="417417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94360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9264" y="587044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เตรียมไฟล์ข้อมูลงานวิจัยไว้ในโฟลเดอร์ให้ AI เข้าถึง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Vibe Coding  ·  Landing Page &amp; Dashboard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45433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19 / 35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457200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ผลลัพธ์: เว็บ Smart Cricket Farm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2800658" y="1554480"/>
            <a:ext cx="6590378" cy="4389120"/>
          </a:xfrm>
          <a:prstGeom prst="roundRect">
            <a:avLst>
              <a:gd name="adj" fmla="val 14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1B4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build/img/image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962" y="1700784"/>
            <a:ext cx="6297770" cy="409651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94360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9264" y="587044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Landing Page นำเสนองานวิจัยที่ดูเป็นมืออาชีพ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Vibe Coding  ·  Landing Page &amp; Dashboard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45433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 / 35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457200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นำขึ้นออนไลน์ด้วย Vercel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14812" y="1554480"/>
            <a:ext cx="3162072" cy="4389120"/>
          </a:xfrm>
          <a:prstGeom prst="roundRect">
            <a:avLst>
              <a:gd name="adj" fmla="val 20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1B4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build/img/image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116" y="1700784"/>
            <a:ext cx="2869464" cy="409651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94360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1116" y="6082043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5"/>
              </a:rPr>
              <a:t>https://smart-cricket-farm.vercel.app/</a:t>
            </a:r>
            <a:endParaRPr lang="en-US" sz="1300" dirty="0">
              <a:solidFill>
                <a:srgbClr val="64748B"/>
              </a:solidFill>
              <a:latin typeface="Tahoma" pitchFamily="34" charset="0"/>
              <a:ea typeface="Tahoma" pitchFamily="34" charset="-122"/>
              <a:cs typeface="Tahoma" pitchFamily="34" charset="-120"/>
            </a:endParaRPr>
          </a:p>
          <a:p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Vibe Coding  ·  Landing Page &amp; Dashboard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45433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21 / 35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554480"/>
            <a:ext cx="4389120" cy="4389120"/>
          </a:xfrm>
          <a:prstGeom prst="ellipse">
            <a:avLst/>
          </a:prstGeom>
          <a:solidFill>
            <a:srgbClr val="4F46E5">
              <a:alpha val="2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280160" y="4480560"/>
            <a:ext cx="3291840" cy="3291840"/>
          </a:xfrm>
          <a:prstGeom prst="ellipse">
            <a:avLst/>
          </a:prstGeom>
          <a:solidFill>
            <a:srgbClr val="06B6D4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6B6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PART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25535" y="1371600"/>
            <a:ext cx="2926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FFFFFF">
                    <a:alpha val="12000"/>
                  </a:srgbClr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50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868680" cy="868680"/>
          </a:xfrm>
          <a:prstGeom prst="ellipse">
            <a:avLst/>
          </a:prstGeom>
          <a:solidFill>
            <a:srgbClr val="06B6D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935224"/>
            <a:ext cx="393192" cy="3931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74904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Dashboard ข้อมูลเกษตรกร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40080" y="48920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7D2F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เปลี่ยนข้อมูล Excel ให้เป็นแดชบอร์ดเว็บแบบอินเทอร์แอกทีฟ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598932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50976" y="598932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261872" y="598932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572768" y="5989320"/>
            <a:ext cx="182880" cy="18288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457200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ตัวอย่างข้อมูลดิบ (Excel)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498526" y="1554480"/>
            <a:ext cx="9194644" cy="4389120"/>
          </a:xfrm>
          <a:prstGeom prst="roundRect">
            <a:avLst>
              <a:gd name="adj" fmla="val 14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1B4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build/img/image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830" y="1700784"/>
            <a:ext cx="8902036" cy="409651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94360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9264" y="587044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ข้อมูลรายแปลง: ชื่อ-สกุล ตำบล อำเภอ ประเภท การถือครอง ฯลฯ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Vibe Coding  ·  Landing Page &amp; Dashboard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45433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25 / 35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457200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สั่ง AI สร้าง Dashboard จากข้อมูล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11535" cy="3840480"/>
          </a:xfrm>
          <a:prstGeom prst="roundRect">
            <a:avLst>
              <a:gd name="adj" fmla="val 2857"/>
            </a:avLst>
          </a:prstGeom>
          <a:solidFill>
            <a:srgbClr val="1E1B4B"/>
          </a:solidFill>
          <a:ln/>
          <a:effectLst>
            <a:outerShdw blurRad="114300" dist="38100" dir="5400000" algn="bl" rotWithShape="0">
              <a:srgbClr val="1E1B4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" y="2331720"/>
            <a:ext cx="777240" cy="7772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254203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2395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6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PROMPT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80160" y="3383280"/>
            <a:ext cx="963137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ผมมีข้อมูลการขึ้นทะเบียนเกษตรกรอยู่ในโฟลเดอร์แล้ว </a:t>
            </a:r>
            <a:r>
              <a:rPr lang="en-US" sz="1900" dirty="0">
                <a:solidFill>
                  <a:srgbClr val="E0E7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คุณลองเข้าไปดู
</a:t>
            </a:r>
            <a:r>
              <a:rPr lang="en-US" sz="19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ผมอยากเอาข้อมูลนี้มาแสดงเป็นเว็บ </a:t>
            </a:r>
            <a:r>
              <a:rPr lang="en-US" sz="1900" b="1" dirty="0">
                <a:solidFill>
                  <a:srgbClr val="06B6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Dashboard </a:t>
            </a:r>
            <a:r>
              <a:rPr lang="en-US" sz="19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คุณช่วยทำให้ผมที โดย </a:t>
            </a:r>
            <a:r>
              <a:rPr lang="en-US" sz="1900" b="1" dirty="0">
                <a:solidFill>
                  <a:srgbClr val="FCD3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เขียนแผนงานที่จะทำ ส่งให้ผมดูและอนุมัติก่อนลงมือทำ</a:t>
            </a:r>
            <a:endParaRPr lang="en-US" sz="19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83387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87552" y="5779008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เทคนิค: ให้ AI ร่างแผนและขออนุมัติก่อนลงมือ ช่วยให้ควบคุมทิศทางงานได้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Vibe Coding  ·  Landing Page &amp; Dashboard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045433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26 / 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457200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แผนการพัฒนา: Pure Frontend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957558" y="1710141"/>
            <a:ext cx="10276580" cy="4077799"/>
          </a:xfrm>
          <a:prstGeom prst="roundRect">
            <a:avLst>
              <a:gd name="adj" fmla="val 15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1B4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build/img/image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862" y="1856445"/>
            <a:ext cx="9983972" cy="3785191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94360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9264" y="587044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ทำงานบนเบราว์เซอร์ 100% — ใช้ SheetJS อ่าน Excel และ Chart.js วาดกราฟ โดยไม่ต้องมี Server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Vibe Coding  ·  Landing Page &amp; Dashboard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45433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27 / 35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457200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ไฟล์ที่ต้องสร้าง (3 ไฟล์)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2362287" y="1554480"/>
            <a:ext cx="7467121" cy="4389120"/>
          </a:xfrm>
          <a:prstGeom prst="roundRect">
            <a:avLst>
              <a:gd name="adj" fmla="val 14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1B4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build/img/image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591" y="1700784"/>
            <a:ext cx="7174513" cy="409651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94360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9264" y="587044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index.html · style.css · app.js — โครงสร้าง หน้าตา และตรรกะการทำงาน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Vibe Coding  ·  Landing Page &amp; Dashboard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45433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28 / 35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457200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แผนการทดสอบ (Verification Plan)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853032" y="1554480"/>
            <a:ext cx="8485632" cy="4389120"/>
          </a:xfrm>
          <a:prstGeom prst="roundRect">
            <a:avLst>
              <a:gd name="adj" fmla="val 14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1B4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build/img/image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336" y="1700784"/>
            <a:ext cx="8193024" cy="409651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94360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9264" y="587044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ทดสอบการเปิดไฟล์ การเลือกโฟลเดอร์ และความถูกต้องของข้อมูลที่อ่านจาก Excel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Vibe Coding  ·  Landing Page &amp; Dashboard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45433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29 / 35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457200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ผลลัพธ์: Dashboard สรุปข้อมูลเกษตรกร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2129408" y="1554480"/>
            <a:ext cx="7932879" cy="4389120"/>
          </a:xfrm>
          <a:prstGeom prst="roundRect">
            <a:avLst>
              <a:gd name="adj" fmla="val 14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1B4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build/img/image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712" y="1700784"/>
            <a:ext cx="7640271" cy="409651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94360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9264" y="587044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 23 ไฟล์ / 33,356 รายการ พร้อมกราฟแยกรายปีและสัดส่วนการถือครองรายตำบล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Vibe Coding  ·  Landing Page &amp; Dashboard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45433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30 / 35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878</TotalTime>
  <Words>1218</Words>
  <Application>Microsoft Macintosh PowerPoint</Application>
  <PresentationFormat>Widescreen</PresentationFormat>
  <Paragraphs>224</Paragraphs>
  <Slides>39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การสร้าง Landing Page และ Dashboard ด้วย AI</dc:title>
  <dc:subject>PptxGenJS Presentation</dc:subject>
  <dc:creator>AI Vibe Coding Workshop</dc:creator>
  <cp:lastModifiedBy>prem enkvetchakul</cp:lastModifiedBy>
  <cp:revision>11</cp:revision>
  <dcterms:created xsi:type="dcterms:W3CDTF">2026-06-19T06:46:46Z</dcterms:created>
  <dcterms:modified xsi:type="dcterms:W3CDTF">2026-06-20T05:17:34Z</dcterms:modified>
</cp:coreProperties>
</file>